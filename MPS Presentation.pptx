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A0DE7A-DD3B-3BD0-BCB3-072069ED56DC}" v="58" dt="2025-04-07T03:10:51.2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78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CB1297E-78B4-489C-BC66-AE31791FF098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8258BC7-C217-48E1-BAB9-6460855E4579}">
      <dgm:prSet/>
      <dgm:spPr/>
      <dgm:t>
        <a:bodyPr/>
        <a:lstStyle/>
        <a:p>
          <a:r>
            <a:rPr lang="en-GB" dirty="0">
              <a:latin typeface="Times New Roman"/>
              <a:cs typeface="Times New Roman"/>
            </a:rPr>
            <a:t>Proposed Modules/Algorithms</a:t>
          </a:r>
          <a:endParaRPr lang="en-US" dirty="0">
            <a:latin typeface="Times New Roman"/>
            <a:cs typeface="Times New Roman"/>
          </a:endParaRPr>
        </a:p>
      </dgm:t>
    </dgm:pt>
    <dgm:pt modelId="{02E2BC7B-C9B0-43AA-B159-4013D2DB52B2}" type="parTrans" cxnId="{84761652-649F-4BA3-9ACA-D262A69A99DD}">
      <dgm:prSet/>
      <dgm:spPr/>
      <dgm:t>
        <a:bodyPr/>
        <a:lstStyle/>
        <a:p>
          <a:endParaRPr lang="en-US"/>
        </a:p>
      </dgm:t>
    </dgm:pt>
    <dgm:pt modelId="{1B674348-6DC7-4C8C-8D36-A131C86FB0F9}" type="sibTrans" cxnId="{84761652-649F-4BA3-9ACA-D262A69A99DD}">
      <dgm:prSet/>
      <dgm:spPr/>
      <dgm:t>
        <a:bodyPr/>
        <a:lstStyle/>
        <a:p>
          <a:endParaRPr lang="en-US"/>
        </a:p>
      </dgm:t>
    </dgm:pt>
    <dgm:pt modelId="{77F2B401-797B-4487-8FCA-F53C408F838E}">
      <dgm:prSet/>
      <dgm:spPr/>
      <dgm:t>
        <a:bodyPr/>
        <a:lstStyle/>
        <a:p>
          <a:r>
            <a:rPr lang="en-GB" dirty="0">
              <a:latin typeface="Times New Roman"/>
              <a:cs typeface="Times New Roman"/>
            </a:rPr>
            <a:t>Dataset Description</a:t>
          </a:r>
          <a:endParaRPr lang="en-US" dirty="0">
            <a:latin typeface="Times New Roman"/>
            <a:cs typeface="Times New Roman"/>
          </a:endParaRPr>
        </a:p>
      </dgm:t>
    </dgm:pt>
    <dgm:pt modelId="{640A91C2-80FF-4F7E-84E9-A3CBBC40E55E}" type="parTrans" cxnId="{9FC1F1B4-E33D-4B5D-8093-A8646A822879}">
      <dgm:prSet/>
      <dgm:spPr/>
      <dgm:t>
        <a:bodyPr/>
        <a:lstStyle/>
        <a:p>
          <a:endParaRPr lang="en-US"/>
        </a:p>
      </dgm:t>
    </dgm:pt>
    <dgm:pt modelId="{67672444-2079-4E0D-8ABB-45393929E0CE}" type="sibTrans" cxnId="{9FC1F1B4-E33D-4B5D-8093-A8646A822879}">
      <dgm:prSet/>
      <dgm:spPr/>
      <dgm:t>
        <a:bodyPr/>
        <a:lstStyle/>
        <a:p>
          <a:endParaRPr lang="en-US"/>
        </a:p>
      </dgm:t>
    </dgm:pt>
    <dgm:pt modelId="{8930F0CF-E195-423D-838C-DFD098F2B7C2}">
      <dgm:prSet/>
      <dgm:spPr/>
      <dgm:t>
        <a:bodyPr/>
        <a:lstStyle/>
        <a:p>
          <a:r>
            <a:rPr lang="en-GB" dirty="0">
              <a:latin typeface="Times New Roman"/>
              <a:cs typeface="Times New Roman"/>
            </a:rPr>
            <a:t>Proposed Work Architecture</a:t>
          </a:r>
          <a:endParaRPr lang="en-US" dirty="0">
            <a:latin typeface="Times New Roman"/>
            <a:cs typeface="Times New Roman"/>
          </a:endParaRPr>
        </a:p>
      </dgm:t>
    </dgm:pt>
    <dgm:pt modelId="{34FFA2FB-4292-4C3B-9C13-1E624C47DD7B}" type="parTrans" cxnId="{6CF469A0-565C-43B9-B0A0-AAC6CAC57893}">
      <dgm:prSet/>
      <dgm:spPr/>
      <dgm:t>
        <a:bodyPr/>
        <a:lstStyle/>
        <a:p>
          <a:endParaRPr lang="en-US"/>
        </a:p>
      </dgm:t>
    </dgm:pt>
    <dgm:pt modelId="{3CDB1B25-D120-4D09-8CDE-A9FBA2DF7F7A}" type="sibTrans" cxnId="{6CF469A0-565C-43B9-B0A0-AAC6CAC57893}">
      <dgm:prSet/>
      <dgm:spPr/>
      <dgm:t>
        <a:bodyPr/>
        <a:lstStyle/>
        <a:p>
          <a:endParaRPr lang="en-US"/>
        </a:p>
      </dgm:t>
    </dgm:pt>
    <dgm:pt modelId="{B8A7FFAD-B3D0-47F5-B5B9-22E066A74F9F}" type="pres">
      <dgm:prSet presAssocID="{7CB1297E-78B4-489C-BC66-AE31791FF098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3CFC7C5-9BE1-4A9F-86DA-45AFB869179D}" type="pres">
      <dgm:prSet presAssocID="{D8258BC7-C217-48E1-BAB9-6460855E4579}" presName="parentLin" presStyleCnt="0"/>
      <dgm:spPr/>
    </dgm:pt>
    <dgm:pt modelId="{1C4B9E61-54A7-438D-BBDF-DF2A2F5241C9}" type="pres">
      <dgm:prSet presAssocID="{D8258BC7-C217-48E1-BAB9-6460855E4579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44244771-7088-4E17-8C8A-0B49571EDBF7}" type="pres">
      <dgm:prSet presAssocID="{D8258BC7-C217-48E1-BAB9-6460855E4579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522D53C-3FB9-4E44-966D-5B7862B2281B}" type="pres">
      <dgm:prSet presAssocID="{D8258BC7-C217-48E1-BAB9-6460855E4579}" presName="negativeSpace" presStyleCnt="0"/>
      <dgm:spPr/>
    </dgm:pt>
    <dgm:pt modelId="{0B2F756E-5D86-4866-9866-607562C9C17D}" type="pres">
      <dgm:prSet presAssocID="{D8258BC7-C217-48E1-BAB9-6460855E4579}" presName="childText" presStyleLbl="conFgAcc1" presStyleIdx="0" presStyleCnt="3">
        <dgm:presLayoutVars>
          <dgm:bulletEnabled val="1"/>
        </dgm:presLayoutVars>
      </dgm:prSet>
      <dgm:spPr/>
    </dgm:pt>
    <dgm:pt modelId="{DB052D36-BBD9-4ACA-AE24-5E65DEC7D808}" type="pres">
      <dgm:prSet presAssocID="{1B674348-6DC7-4C8C-8D36-A131C86FB0F9}" presName="spaceBetweenRectangles" presStyleCnt="0"/>
      <dgm:spPr/>
    </dgm:pt>
    <dgm:pt modelId="{AED245FD-898F-476B-95C0-66E17CF748F4}" type="pres">
      <dgm:prSet presAssocID="{77F2B401-797B-4487-8FCA-F53C408F838E}" presName="parentLin" presStyleCnt="0"/>
      <dgm:spPr/>
    </dgm:pt>
    <dgm:pt modelId="{6AB6D40E-88DB-493B-9324-A7D77DA480F1}" type="pres">
      <dgm:prSet presAssocID="{77F2B401-797B-4487-8FCA-F53C408F838E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293096A8-BBC2-4D04-8D76-F825EFF9E006}" type="pres">
      <dgm:prSet presAssocID="{77F2B401-797B-4487-8FCA-F53C408F838E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B687EE0-62DD-4681-8C42-046BC6D5D916}" type="pres">
      <dgm:prSet presAssocID="{77F2B401-797B-4487-8FCA-F53C408F838E}" presName="negativeSpace" presStyleCnt="0"/>
      <dgm:spPr/>
    </dgm:pt>
    <dgm:pt modelId="{896D5243-71D2-4490-9B63-148B12BF8EBF}" type="pres">
      <dgm:prSet presAssocID="{77F2B401-797B-4487-8FCA-F53C408F838E}" presName="childText" presStyleLbl="conFgAcc1" presStyleIdx="1" presStyleCnt="3">
        <dgm:presLayoutVars>
          <dgm:bulletEnabled val="1"/>
        </dgm:presLayoutVars>
      </dgm:prSet>
      <dgm:spPr/>
    </dgm:pt>
    <dgm:pt modelId="{7BD2B6C6-717E-4E97-A131-5436A1AA9B7A}" type="pres">
      <dgm:prSet presAssocID="{67672444-2079-4E0D-8ABB-45393929E0CE}" presName="spaceBetweenRectangles" presStyleCnt="0"/>
      <dgm:spPr/>
    </dgm:pt>
    <dgm:pt modelId="{8834A12E-A09A-4B6D-9D47-CA47A068D614}" type="pres">
      <dgm:prSet presAssocID="{8930F0CF-E195-423D-838C-DFD098F2B7C2}" presName="parentLin" presStyleCnt="0"/>
      <dgm:spPr/>
    </dgm:pt>
    <dgm:pt modelId="{90E14A2C-1060-4E2F-980A-FF1C0BFFC6A1}" type="pres">
      <dgm:prSet presAssocID="{8930F0CF-E195-423D-838C-DFD098F2B7C2}" presName="parentLeftMargin" presStyleLbl="node1" presStyleIdx="1" presStyleCnt="3"/>
      <dgm:spPr/>
      <dgm:t>
        <a:bodyPr/>
        <a:lstStyle/>
        <a:p>
          <a:endParaRPr lang="en-US"/>
        </a:p>
      </dgm:t>
    </dgm:pt>
    <dgm:pt modelId="{7B5A1E16-3D7E-4355-973C-500CA5018030}" type="pres">
      <dgm:prSet presAssocID="{8930F0CF-E195-423D-838C-DFD098F2B7C2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241314E-0408-43E0-BEDF-0391A2C32EBC}" type="pres">
      <dgm:prSet presAssocID="{8930F0CF-E195-423D-838C-DFD098F2B7C2}" presName="negativeSpace" presStyleCnt="0"/>
      <dgm:spPr/>
    </dgm:pt>
    <dgm:pt modelId="{8096CD14-BD27-47A0-9A62-9DB7DB74DDC4}" type="pres">
      <dgm:prSet presAssocID="{8930F0CF-E195-423D-838C-DFD098F2B7C2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CE024F23-8DFE-47B0-87AB-8EDB2222C654}" type="presOf" srcId="{7CB1297E-78B4-489C-BC66-AE31791FF098}" destId="{B8A7FFAD-B3D0-47F5-B5B9-22E066A74F9F}" srcOrd="0" destOrd="0" presId="urn:microsoft.com/office/officeart/2005/8/layout/list1"/>
    <dgm:cxn modelId="{8CEB23A5-3D7F-488D-AC85-F08E6300E73D}" type="presOf" srcId="{8930F0CF-E195-423D-838C-DFD098F2B7C2}" destId="{90E14A2C-1060-4E2F-980A-FF1C0BFFC6A1}" srcOrd="0" destOrd="0" presId="urn:microsoft.com/office/officeart/2005/8/layout/list1"/>
    <dgm:cxn modelId="{AEFDEAA5-AFB9-4BBF-AF91-DC6E5FDA50D0}" type="presOf" srcId="{77F2B401-797B-4487-8FCA-F53C408F838E}" destId="{293096A8-BBC2-4D04-8D76-F825EFF9E006}" srcOrd="1" destOrd="0" presId="urn:microsoft.com/office/officeart/2005/8/layout/list1"/>
    <dgm:cxn modelId="{2681AE64-593A-4C70-B549-C9166A4822F4}" type="presOf" srcId="{8930F0CF-E195-423D-838C-DFD098F2B7C2}" destId="{7B5A1E16-3D7E-4355-973C-500CA5018030}" srcOrd="1" destOrd="0" presId="urn:microsoft.com/office/officeart/2005/8/layout/list1"/>
    <dgm:cxn modelId="{84761652-649F-4BA3-9ACA-D262A69A99DD}" srcId="{7CB1297E-78B4-489C-BC66-AE31791FF098}" destId="{D8258BC7-C217-48E1-BAB9-6460855E4579}" srcOrd="0" destOrd="0" parTransId="{02E2BC7B-C9B0-43AA-B159-4013D2DB52B2}" sibTransId="{1B674348-6DC7-4C8C-8D36-A131C86FB0F9}"/>
    <dgm:cxn modelId="{1703C719-8241-4860-8634-5BDACA357F3F}" type="presOf" srcId="{D8258BC7-C217-48E1-BAB9-6460855E4579}" destId="{1C4B9E61-54A7-438D-BBDF-DF2A2F5241C9}" srcOrd="0" destOrd="0" presId="urn:microsoft.com/office/officeart/2005/8/layout/list1"/>
    <dgm:cxn modelId="{9FC1F1B4-E33D-4B5D-8093-A8646A822879}" srcId="{7CB1297E-78B4-489C-BC66-AE31791FF098}" destId="{77F2B401-797B-4487-8FCA-F53C408F838E}" srcOrd="1" destOrd="0" parTransId="{640A91C2-80FF-4F7E-84E9-A3CBBC40E55E}" sibTransId="{67672444-2079-4E0D-8ABB-45393929E0CE}"/>
    <dgm:cxn modelId="{6CF469A0-565C-43B9-B0A0-AAC6CAC57893}" srcId="{7CB1297E-78B4-489C-BC66-AE31791FF098}" destId="{8930F0CF-E195-423D-838C-DFD098F2B7C2}" srcOrd="2" destOrd="0" parTransId="{34FFA2FB-4292-4C3B-9C13-1E624C47DD7B}" sibTransId="{3CDB1B25-D120-4D09-8CDE-A9FBA2DF7F7A}"/>
    <dgm:cxn modelId="{78BBAA1A-CE3B-4AD2-A4CA-94AF0FA01FB3}" type="presOf" srcId="{77F2B401-797B-4487-8FCA-F53C408F838E}" destId="{6AB6D40E-88DB-493B-9324-A7D77DA480F1}" srcOrd="0" destOrd="0" presId="urn:microsoft.com/office/officeart/2005/8/layout/list1"/>
    <dgm:cxn modelId="{8F906DB7-88D6-497B-80BD-AE81FD6445E7}" type="presOf" srcId="{D8258BC7-C217-48E1-BAB9-6460855E4579}" destId="{44244771-7088-4E17-8C8A-0B49571EDBF7}" srcOrd="1" destOrd="0" presId="urn:microsoft.com/office/officeart/2005/8/layout/list1"/>
    <dgm:cxn modelId="{33F25305-4988-4400-873D-3B6B3B64C994}" type="presParOf" srcId="{B8A7FFAD-B3D0-47F5-B5B9-22E066A74F9F}" destId="{53CFC7C5-9BE1-4A9F-86DA-45AFB869179D}" srcOrd="0" destOrd="0" presId="urn:microsoft.com/office/officeart/2005/8/layout/list1"/>
    <dgm:cxn modelId="{74DF5C44-40BE-4E52-8DA4-64C177339F57}" type="presParOf" srcId="{53CFC7C5-9BE1-4A9F-86DA-45AFB869179D}" destId="{1C4B9E61-54A7-438D-BBDF-DF2A2F5241C9}" srcOrd="0" destOrd="0" presId="urn:microsoft.com/office/officeart/2005/8/layout/list1"/>
    <dgm:cxn modelId="{CAC940E2-47C5-4B31-806D-99376A9E516B}" type="presParOf" srcId="{53CFC7C5-9BE1-4A9F-86DA-45AFB869179D}" destId="{44244771-7088-4E17-8C8A-0B49571EDBF7}" srcOrd="1" destOrd="0" presId="urn:microsoft.com/office/officeart/2005/8/layout/list1"/>
    <dgm:cxn modelId="{F95CCC72-1D68-4D2A-A485-8F9F3054E976}" type="presParOf" srcId="{B8A7FFAD-B3D0-47F5-B5B9-22E066A74F9F}" destId="{C522D53C-3FB9-4E44-966D-5B7862B2281B}" srcOrd="1" destOrd="0" presId="urn:microsoft.com/office/officeart/2005/8/layout/list1"/>
    <dgm:cxn modelId="{DAB07F8A-3999-4408-BD06-91A7D10320AB}" type="presParOf" srcId="{B8A7FFAD-B3D0-47F5-B5B9-22E066A74F9F}" destId="{0B2F756E-5D86-4866-9866-607562C9C17D}" srcOrd="2" destOrd="0" presId="urn:microsoft.com/office/officeart/2005/8/layout/list1"/>
    <dgm:cxn modelId="{A9A77E5F-5624-45D3-8E13-5A3171B06CA7}" type="presParOf" srcId="{B8A7FFAD-B3D0-47F5-B5B9-22E066A74F9F}" destId="{DB052D36-BBD9-4ACA-AE24-5E65DEC7D808}" srcOrd="3" destOrd="0" presId="urn:microsoft.com/office/officeart/2005/8/layout/list1"/>
    <dgm:cxn modelId="{17F4CFBB-4D67-492E-A448-3D80F74BECBA}" type="presParOf" srcId="{B8A7FFAD-B3D0-47F5-B5B9-22E066A74F9F}" destId="{AED245FD-898F-476B-95C0-66E17CF748F4}" srcOrd="4" destOrd="0" presId="urn:microsoft.com/office/officeart/2005/8/layout/list1"/>
    <dgm:cxn modelId="{B64834A8-1B86-460D-AA5F-EEA2C3CE4C1C}" type="presParOf" srcId="{AED245FD-898F-476B-95C0-66E17CF748F4}" destId="{6AB6D40E-88DB-493B-9324-A7D77DA480F1}" srcOrd="0" destOrd="0" presId="urn:microsoft.com/office/officeart/2005/8/layout/list1"/>
    <dgm:cxn modelId="{2109996E-9070-4B21-92C3-3B01DAF55732}" type="presParOf" srcId="{AED245FD-898F-476B-95C0-66E17CF748F4}" destId="{293096A8-BBC2-4D04-8D76-F825EFF9E006}" srcOrd="1" destOrd="0" presId="urn:microsoft.com/office/officeart/2005/8/layout/list1"/>
    <dgm:cxn modelId="{C240B77B-CF50-4424-A0E8-4986CE9C3D7A}" type="presParOf" srcId="{B8A7FFAD-B3D0-47F5-B5B9-22E066A74F9F}" destId="{DB687EE0-62DD-4681-8C42-046BC6D5D916}" srcOrd="5" destOrd="0" presId="urn:microsoft.com/office/officeart/2005/8/layout/list1"/>
    <dgm:cxn modelId="{5361DFF4-637C-48A4-8D1B-D22706267C5F}" type="presParOf" srcId="{B8A7FFAD-B3D0-47F5-B5B9-22E066A74F9F}" destId="{896D5243-71D2-4490-9B63-148B12BF8EBF}" srcOrd="6" destOrd="0" presId="urn:microsoft.com/office/officeart/2005/8/layout/list1"/>
    <dgm:cxn modelId="{C048007D-37B5-4632-B467-7632735CBDFB}" type="presParOf" srcId="{B8A7FFAD-B3D0-47F5-B5B9-22E066A74F9F}" destId="{7BD2B6C6-717E-4E97-A131-5436A1AA9B7A}" srcOrd="7" destOrd="0" presId="urn:microsoft.com/office/officeart/2005/8/layout/list1"/>
    <dgm:cxn modelId="{9411D79A-F4EF-4A8D-8867-17BEF9BDD02C}" type="presParOf" srcId="{B8A7FFAD-B3D0-47F5-B5B9-22E066A74F9F}" destId="{8834A12E-A09A-4B6D-9D47-CA47A068D614}" srcOrd="8" destOrd="0" presId="urn:microsoft.com/office/officeart/2005/8/layout/list1"/>
    <dgm:cxn modelId="{7C31E5C9-D1B7-475A-8556-E1784D017852}" type="presParOf" srcId="{8834A12E-A09A-4B6D-9D47-CA47A068D614}" destId="{90E14A2C-1060-4E2F-980A-FF1C0BFFC6A1}" srcOrd="0" destOrd="0" presId="urn:microsoft.com/office/officeart/2005/8/layout/list1"/>
    <dgm:cxn modelId="{921A2657-125E-41B4-A1BC-8DBA54DFDEE9}" type="presParOf" srcId="{8834A12E-A09A-4B6D-9D47-CA47A068D614}" destId="{7B5A1E16-3D7E-4355-973C-500CA5018030}" srcOrd="1" destOrd="0" presId="urn:microsoft.com/office/officeart/2005/8/layout/list1"/>
    <dgm:cxn modelId="{2A196EAB-2653-4D84-846C-3A55557F4D73}" type="presParOf" srcId="{B8A7FFAD-B3D0-47F5-B5B9-22E066A74F9F}" destId="{4241314E-0408-43E0-BEDF-0391A2C32EBC}" srcOrd="9" destOrd="0" presId="urn:microsoft.com/office/officeart/2005/8/layout/list1"/>
    <dgm:cxn modelId="{FBAAA012-99F9-4AF0-8842-5451EDAA4E4D}" type="presParOf" srcId="{B8A7FFAD-B3D0-47F5-B5B9-22E066A74F9F}" destId="{8096CD14-BD27-47A0-9A62-9DB7DB74DDC4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2F756E-5D86-4866-9866-607562C9C17D}">
      <dsp:nvSpPr>
        <dsp:cNvPr id="0" name=""/>
        <dsp:cNvSpPr/>
      </dsp:nvSpPr>
      <dsp:spPr>
        <a:xfrm>
          <a:off x="0" y="506528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244771-7088-4E17-8C8A-0B49571EDBF7}">
      <dsp:nvSpPr>
        <dsp:cNvPr id="0" name=""/>
        <dsp:cNvSpPr/>
      </dsp:nvSpPr>
      <dsp:spPr>
        <a:xfrm>
          <a:off x="525780" y="19448"/>
          <a:ext cx="7360920" cy="9741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lvl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300" kern="1200" dirty="0">
              <a:latin typeface="Times New Roman"/>
              <a:cs typeface="Times New Roman"/>
            </a:rPr>
            <a:t>Proposed Modules/Algorithms</a:t>
          </a:r>
          <a:endParaRPr lang="en-US" sz="3300" kern="1200" dirty="0">
            <a:latin typeface="Times New Roman"/>
            <a:cs typeface="Times New Roman"/>
          </a:endParaRPr>
        </a:p>
      </dsp:txBody>
      <dsp:txXfrm>
        <a:off x="573335" y="67003"/>
        <a:ext cx="7265810" cy="879050"/>
      </dsp:txXfrm>
    </dsp:sp>
    <dsp:sp modelId="{896D5243-71D2-4490-9B63-148B12BF8EBF}">
      <dsp:nvSpPr>
        <dsp:cNvPr id="0" name=""/>
        <dsp:cNvSpPr/>
      </dsp:nvSpPr>
      <dsp:spPr>
        <a:xfrm>
          <a:off x="0" y="2003409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3096A8-BBC2-4D04-8D76-F825EFF9E006}">
      <dsp:nvSpPr>
        <dsp:cNvPr id="0" name=""/>
        <dsp:cNvSpPr/>
      </dsp:nvSpPr>
      <dsp:spPr>
        <a:xfrm>
          <a:off x="525780" y="1516329"/>
          <a:ext cx="7360920" cy="97416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lvl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300" kern="1200" dirty="0">
              <a:latin typeface="Times New Roman"/>
              <a:cs typeface="Times New Roman"/>
            </a:rPr>
            <a:t>Dataset Description</a:t>
          </a:r>
          <a:endParaRPr lang="en-US" sz="3300" kern="1200" dirty="0">
            <a:latin typeface="Times New Roman"/>
            <a:cs typeface="Times New Roman"/>
          </a:endParaRPr>
        </a:p>
      </dsp:txBody>
      <dsp:txXfrm>
        <a:off x="573335" y="1563884"/>
        <a:ext cx="7265810" cy="879050"/>
      </dsp:txXfrm>
    </dsp:sp>
    <dsp:sp modelId="{8096CD14-BD27-47A0-9A62-9DB7DB74DDC4}">
      <dsp:nvSpPr>
        <dsp:cNvPr id="0" name=""/>
        <dsp:cNvSpPr/>
      </dsp:nvSpPr>
      <dsp:spPr>
        <a:xfrm>
          <a:off x="0" y="3500289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5A1E16-3D7E-4355-973C-500CA5018030}">
      <dsp:nvSpPr>
        <dsp:cNvPr id="0" name=""/>
        <dsp:cNvSpPr/>
      </dsp:nvSpPr>
      <dsp:spPr>
        <a:xfrm>
          <a:off x="525780" y="3013209"/>
          <a:ext cx="7360920" cy="97416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lvl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300" kern="1200" dirty="0">
              <a:latin typeface="Times New Roman"/>
              <a:cs typeface="Times New Roman"/>
            </a:rPr>
            <a:t>Proposed Work Architecture</a:t>
          </a:r>
          <a:endParaRPr lang="en-US" sz="3300" kern="1200" dirty="0">
            <a:latin typeface="Times New Roman"/>
            <a:cs typeface="Times New Roman"/>
          </a:endParaRPr>
        </a:p>
      </dsp:txBody>
      <dsp:txXfrm>
        <a:off x="573335" y="3060764"/>
        <a:ext cx="7265810" cy="8790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66DA5-7751-4D3D-B753-58DF3B418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754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3966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FC2D1-D3FE-4B37-8740-57444421F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AF550-086C-426E-A374-85DB39570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58988-AD39-4AE9-8E6A-0907F0BE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66319-82EE-408E-819F-8F8E6DBA7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1C8A6-777F-496D-8620-AE52BFC33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31F83B-57A8-4533-981C-D1FFAD2B6B6F}"/>
              </a:ext>
            </a:extLst>
          </p:cNvPr>
          <p:cNvCxnSpPr>
            <a:cxnSpLocks/>
          </p:cNvCxnSpPr>
          <p:nvPr/>
        </p:nvCxnSpPr>
        <p:spPr>
          <a:xfrm>
            <a:off x="715890" y="1701425"/>
            <a:ext cx="0" cy="5148262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6014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8FDCB-69DA-4A8F-8B91-5CFF77897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C8C07-E0D3-4464-AE3C-25730D75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596A6-734E-4AE0-BFB8-3089137B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6255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B3EF2-2C04-480F-A570-14E520DD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5783E-3073-4F4D-8B9C-C5B18DDA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75FE3-6719-4790-AA00-251BC2A6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2104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459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7282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1098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1110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AD429-654B-4F0E-94E9-6FEF8EC67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D60B2-06F5-4567-BE1F-BBA527053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6F6F2-8269-4B80-8EE3-81FEE0F9D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C86E4-3EDE-4EB4-B1A3-A1198AADD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752B0-ACEC-49EF-8131-FCF35BC5C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0462E3-375D-4E76-8886-69E06985D069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5394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23B094-F480-477B-901C-7181F88C0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52089-A920-4E52-98DC-8A5DC7B0A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074FE-F1B4-421F-A66E-FA351C8F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764BA-3AB2-45FD-ABCB-975B3FDDF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B3FEF-8252-49FD-82F2-3E5FABC65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EB5C65-83BB-4EBD-AD22-EDA8489D0F5D}"/>
              </a:ext>
            </a:extLst>
          </p:cNvPr>
          <p:cNvCxnSpPr>
            <a:cxnSpLocks/>
          </p:cNvCxnSpPr>
          <p:nvPr/>
        </p:nvCxnSpPr>
        <p:spPr>
          <a:xfrm flipV="1">
            <a:off x="8313" y="261865"/>
            <a:ext cx="11353802" cy="1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0177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B53A7-3209-46A6-9454-F38EAC8F11E7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E633F-9882-4A5C-83A2-1109D0C732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491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2" r:id="rId3"/>
    <p:sldLayoutId id="2147483863" r:id="rId4"/>
    <p:sldLayoutId id="2147483864" r:id="rId5"/>
    <p:sldLayoutId id="2147483858" r:id="rId6"/>
    <p:sldLayoutId id="2147483854" r:id="rId7"/>
    <p:sldLayoutId id="2147483855" r:id="rId8"/>
    <p:sldLayoutId id="2147483856" r:id="rId9"/>
    <p:sldLayoutId id="2147483857" r:id="rId10"/>
    <p:sldLayoutId id="21474838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F9CBE3F-79A8-4F8F-88D9-DAD03D0D281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6851" y="150293"/>
            <a:ext cx="10932101" cy="1194963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GB" sz="2000" dirty="0">
                <a:solidFill>
                  <a:schemeClr val="bg1"/>
                </a:solidFill>
                <a:latin typeface="Times New Roman"/>
                <a:ea typeface="Open sans"/>
                <a:cs typeface="Angsana New"/>
              </a:rPr>
              <a:t>DEPARTMENT OF INFORMATION TECHNOLOGY</a:t>
            </a:r>
            <a:r>
              <a:rPr lang="en-GB" sz="2000" dirty="0">
                <a:latin typeface="Times New Roman"/>
                <a:ea typeface="Open sans"/>
                <a:cs typeface="Angsana New"/>
              </a:rPr>
              <a:t/>
            </a:r>
            <a:br>
              <a:rPr lang="en-GB" sz="2000" dirty="0">
                <a:latin typeface="Times New Roman"/>
                <a:ea typeface="Open sans"/>
                <a:cs typeface="Angsana New"/>
              </a:rPr>
            </a:br>
            <a:r>
              <a:rPr lang="en-US" sz="2000" dirty="0">
                <a:solidFill>
                  <a:schemeClr val="bg1"/>
                </a:solidFill>
                <a:latin typeface="Times New Roman"/>
                <a:ea typeface="+mj-lt"/>
                <a:cs typeface="+mj-lt"/>
              </a:rPr>
              <a:t>UNIVERSITY COLLEGE OF ENGINEERING, SCIENCE &amp; TECHNOLOGY HYDERABAD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solidFill>
                  <a:schemeClr val="bg1"/>
                </a:solidFill>
                <a:latin typeface="Times New Roman"/>
                <a:ea typeface="+mj-lt"/>
                <a:cs typeface="+mj-lt"/>
              </a:rPr>
              <a:t>Kukatpally, Hyderabad - 500 085</a:t>
            </a:r>
            <a:endParaRPr lang="en-IN" sz="2000" dirty="0">
              <a:solidFill>
                <a:schemeClr val="bg1"/>
              </a:solidFill>
              <a:latin typeface="Times New Roman"/>
              <a:ea typeface="Open sans"/>
              <a:cs typeface="Angsana New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3470" y="4591097"/>
            <a:ext cx="3783460" cy="1293823"/>
          </a:xfrm>
        </p:spPr>
        <p:txBody>
          <a:bodyPr anchor="t">
            <a:normAutofit/>
          </a:bodyPr>
          <a:lstStyle/>
          <a:p>
            <a:r>
              <a:rPr lang="en-GB" sz="2000" dirty="0">
                <a:solidFill>
                  <a:schemeClr val="bg1"/>
                </a:solidFill>
                <a:latin typeface="Times New Roman"/>
                <a:cs typeface="Times New Roman"/>
              </a:rPr>
              <a:t>NAME: THIPPARTHI RAVITEJA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GB" sz="2000" dirty="0">
                <a:solidFill>
                  <a:schemeClr val="bg1"/>
                </a:solidFill>
                <a:latin typeface="Times New Roman"/>
                <a:cs typeface="Times New Roman"/>
              </a:rPr>
              <a:t>ROLL NO.: 24011D6413</a:t>
            </a:r>
          </a:p>
          <a:p>
            <a:r>
              <a:rPr lang="en-GB" sz="2000" dirty="0">
                <a:solidFill>
                  <a:schemeClr val="bg1"/>
                </a:solidFill>
                <a:latin typeface="Times New Roman"/>
                <a:cs typeface="Times New Roman"/>
              </a:rPr>
              <a:t>BRANCH: M. Tech (CNIS)</a:t>
            </a:r>
          </a:p>
        </p:txBody>
      </p:sp>
      <p:sp>
        <p:nvSpPr>
          <p:cNvPr id="6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1869" y="2383077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24364" y="2265467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24834" y="253720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053" y="2832967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chemeClr val="bg1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72266" y="28039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3405" y="324249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831729"/>
            <a:ext cx="12188952" cy="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D26F486-53B6-BD34-A2AD-C7FD89781916}"/>
              </a:ext>
            </a:extLst>
          </p:cNvPr>
          <p:cNvSpPr txBox="1"/>
          <p:nvPr/>
        </p:nvSpPr>
        <p:spPr>
          <a:xfrm>
            <a:off x="2260438" y="1578960"/>
            <a:ext cx="7668076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3600" dirty="0" smtClean="0">
                <a:solidFill>
                  <a:schemeClr val="bg1"/>
                </a:solidFill>
                <a:latin typeface="Times New Roman"/>
                <a:cs typeface="Times New Roman"/>
              </a:rPr>
              <a:t>A </a:t>
            </a:r>
          </a:p>
          <a:p>
            <a:pPr algn="ctr"/>
            <a:r>
              <a:rPr lang="en-GB" sz="3600" dirty="0" smtClean="0">
                <a:solidFill>
                  <a:schemeClr val="bg1"/>
                </a:solidFill>
                <a:latin typeface="Times New Roman"/>
                <a:cs typeface="Times New Roman"/>
              </a:rPr>
              <a:t>Mini Project </a:t>
            </a:r>
          </a:p>
          <a:p>
            <a:pPr algn="ctr"/>
            <a:r>
              <a:rPr lang="en-GB" sz="3600" dirty="0" smtClean="0">
                <a:solidFill>
                  <a:schemeClr val="bg1"/>
                </a:solidFill>
                <a:latin typeface="Times New Roman"/>
                <a:cs typeface="Times New Roman"/>
              </a:rPr>
              <a:t>ON</a:t>
            </a:r>
          </a:p>
          <a:p>
            <a:pPr algn="ctr"/>
            <a:r>
              <a:rPr lang="en-GB" sz="3600" dirty="0" smtClean="0">
                <a:solidFill>
                  <a:schemeClr val="bg1"/>
                </a:solidFill>
                <a:latin typeface="Times New Roman"/>
                <a:cs typeface="Times New Roman"/>
              </a:rPr>
              <a:t>Project </a:t>
            </a:r>
            <a:r>
              <a:rPr lang="en-GB" sz="3600" dirty="0">
                <a:solidFill>
                  <a:schemeClr val="bg1"/>
                </a:solidFill>
                <a:latin typeface="Times New Roman"/>
                <a:cs typeface="Times New Roman"/>
              </a:rPr>
              <a:t>Title</a:t>
            </a:r>
            <a:endParaRPr lang="en-US" sz="3600" dirty="0">
              <a:solidFill>
                <a:schemeClr val="bg1"/>
              </a:solidFill>
            </a:endParaRPr>
          </a:p>
        </p:txBody>
      </p:sp>
      <p:pic>
        <p:nvPicPr>
          <p:cNvPr id="10" name="Picture 9" descr="A logo with a rose in it&#10;&#10;AI-generated content may be incorrect.">
            <a:extLst>
              <a:ext uri="{FF2B5EF4-FFF2-40B4-BE49-F238E27FC236}">
                <a16:creationId xmlns:a16="http://schemas.microsoft.com/office/drawing/2014/main" id="{93157F4F-71EC-ABF6-B4E1-5707D8582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201" y="112847"/>
            <a:ext cx="1272829" cy="1373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1B787A8-0D67-4B7E-9B48-86BD906AB6B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9A3F5928-D955-456A-97B5-AA390B8CE9D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10CF5E-3A81-51D1-21F3-B0E01345F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0796" y="808409"/>
            <a:ext cx="3390409" cy="10487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cap="all" dirty="0">
                <a:solidFill>
                  <a:schemeClr val="bg1"/>
                </a:solidFill>
                <a:latin typeface="Times New Roman"/>
                <a:cs typeface="Times New Roman"/>
              </a:rPr>
              <a:t>abstract</a:t>
            </a:r>
            <a:endParaRPr lang="en-US" b="1" i="0" kern="1200" cap="all" baseline="0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8453437" cy="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4954" y="2875093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5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3734" y="31043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7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414" y="361953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059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1B787A8-0D67-4B7E-9B48-86BD906AB6B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534ECD-0F9C-0A15-5880-48EBBEF1E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0449" y="460759"/>
            <a:ext cx="5931103" cy="115261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4900" b="1" i="0" kern="1200" cap="all" baseline="0" dirty="0">
                <a:solidFill>
                  <a:schemeClr val="bg1"/>
                </a:solidFill>
                <a:latin typeface="Times New Roman"/>
                <a:cs typeface="Times New Roman"/>
              </a:rPr>
              <a:t>INTRODUCTION</a:t>
            </a:r>
          </a:p>
        </p:txBody>
      </p:sp>
      <p:sp>
        <p:nvSpPr>
          <p:cNvPr id="26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6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8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chemeClr val="bg1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039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1B787A8-0D67-4B7E-9B48-86BD906AB6B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4E94261F-1ED3-4E90-88E6-13479144005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D6F321-64A3-02DA-0573-0C8B6B878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4969" y="518942"/>
            <a:ext cx="6422062" cy="786618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b="1" i="0" kern="1200" cap="all" baseline="0" dirty="0">
                <a:solidFill>
                  <a:schemeClr val="bg1"/>
                </a:solidFill>
                <a:latin typeface="Times New Roman"/>
                <a:cs typeface="Times New Roman"/>
              </a:rPr>
              <a:t>LITERATURE SURVEY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1690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1B787A8-0D67-4B7E-9B48-86BD906AB6B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F4155C20-3F0E-4576-8A0B-C345B62312D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0ACA40-C9AE-D01F-3F85-752004B6E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5940" y="293891"/>
            <a:ext cx="5060119" cy="99113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b="1" i="0" kern="1200" cap="all" baseline="0" dirty="0">
                <a:solidFill>
                  <a:schemeClr val="bg1"/>
                </a:solidFill>
                <a:latin typeface="Times New Roman"/>
                <a:cs typeface="Times New Roman"/>
              </a:rPr>
              <a:t>EXISTING WORK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Graphic 21">
            <a:extLst>
              <a:ext uri="{FF2B5EF4-FFF2-40B4-BE49-F238E27FC236}">
                <a16:creationId xmlns:a16="http://schemas.microsoft.com/office/drawing/2014/main" id="{0BAEB82B-9A6B-4982-B56B-7529C6EA9A9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23128" y="1731109"/>
            <a:ext cx="139039" cy="136646"/>
          </a:xfrm>
          <a:custGeom>
            <a:avLst/>
            <a:gdLst>
              <a:gd name="connsiteX0" fmla="*/ 129602 w 139039"/>
              <a:gd name="connsiteY0" fmla="*/ 59048 h 136646"/>
              <a:gd name="connsiteX1" fmla="*/ 78957 w 139039"/>
              <a:gd name="connsiteY1" fmla="*/ 59048 h 136646"/>
              <a:gd name="connsiteX2" fmla="*/ 78957 w 139039"/>
              <a:gd name="connsiteY2" fmla="*/ 9275 h 136646"/>
              <a:gd name="connsiteX3" fmla="*/ 69520 w 139039"/>
              <a:gd name="connsiteY3" fmla="*/ 0 h 136646"/>
              <a:gd name="connsiteX4" fmla="*/ 60082 w 139039"/>
              <a:gd name="connsiteY4" fmla="*/ 9275 h 136646"/>
              <a:gd name="connsiteX5" fmla="*/ 60082 w 139039"/>
              <a:gd name="connsiteY5" fmla="*/ 59048 h 136646"/>
              <a:gd name="connsiteX6" fmla="*/ 9437 w 139039"/>
              <a:gd name="connsiteY6" fmla="*/ 59048 h 136646"/>
              <a:gd name="connsiteX7" fmla="*/ 0 w 139039"/>
              <a:gd name="connsiteY7" fmla="*/ 68323 h 136646"/>
              <a:gd name="connsiteX8" fmla="*/ 9437 w 139039"/>
              <a:gd name="connsiteY8" fmla="*/ 77598 h 136646"/>
              <a:gd name="connsiteX9" fmla="*/ 60082 w 139039"/>
              <a:gd name="connsiteY9" fmla="*/ 77598 h 136646"/>
              <a:gd name="connsiteX10" fmla="*/ 60082 w 139039"/>
              <a:gd name="connsiteY10" fmla="*/ 127371 h 136646"/>
              <a:gd name="connsiteX11" fmla="*/ 69520 w 139039"/>
              <a:gd name="connsiteY11" fmla="*/ 136646 h 136646"/>
              <a:gd name="connsiteX12" fmla="*/ 78957 w 139039"/>
              <a:gd name="connsiteY12" fmla="*/ 127371 h 136646"/>
              <a:gd name="connsiteX13" fmla="*/ 78957 w 139039"/>
              <a:gd name="connsiteY13" fmla="*/ 77598 h 136646"/>
              <a:gd name="connsiteX14" fmla="*/ 129602 w 139039"/>
              <a:gd name="connsiteY14" fmla="*/ 77598 h 136646"/>
              <a:gd name="connsiteX15" fmla="*/ 139039 w 139039"/>
              <a:gd name="connsiteY15" fmla="*/ 68323 h 136646"/>
              <a:gd name="connsiteX16" fmla="*/ 129602 w 139039"/>
              <a:gd name="connsiteY16" fmla="*/ 59048 h 136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6646">
                <a:moveTo>
                  <a:pt x="129602" y="59048"/>
                </a:moveTo>
                <a:lnTo>
                  <a:pt x="78957" y="59048"/>
                </a:lnTo>
                <a:lnTo>
                  <a:pt x="78957" y="9275"/>
                </a:lnTo>
                <a:cubicBezTo>
                  <a:pt x="78957" y="4152"/>
                  <a:pt x="74731" y="0"/>
                  <a:pt x="69520" y="0"/>
                </a:cubicBezTo>
                <a:cubicBezTo>
                  <a:pt x="64308" y="0"/>
                  <a:pt x="60082" y="4152"/>
                  <a:pt x="60082" y="9275"/>
                </a:cubicBezTo>
                <a:lnTo>
                  <a:pt x="60082" y="59048"/>
                </a:lnTo>
                <a:lnTo>
                  <a:pt x="9437" y="59048"/>
                </a:lnTo>
                <a:cubicBezTo>
                  <a:pt x="4225" y="59048"/>
                  <a:pt x="0" y="63201"/>
                  <a:pt x="0" y="68323"/>
                </a:cubicBezTo>
                <a:cubicBezTo>
                  <a:pt x="0" y="73445"/>
                  <a:pt x="4225" y="77598"/>
                  <a:pt x="9437" y="77598"/>
                </a:cubicBezTo>
                <a:lnTo>
                  <a:pt x="60082" y="77598"/>
                </a:lnTo>
                <a:lnTo>
                  <a:pt x="60082" y="127371"/>
                </a:lnTo>
                <a:cubicBezTo>
                  <a:pt x="60082" y="132493"/>
                  <a:pt x="64308" y="136646"/>
                  <a:pt x="69520" y="136646"/>
                </a:cubicBezTo>
                <a:cubicBezTo>
                  <a:pt x="74731" y="136646"/>
                  <a:pt x="78957" y="132493"/>
                  <a:pt x="78957" y="127371"/>
                </a:cubicBezTo>
                <a:lnTo>
                  <a:pt x="78957" y="77598"/>
                </a:lnTo>
                <a:lnTo>
                  <a:pt x="129602" y="77598"/>
                </a:lnTo>
                <a:cubicBezTo>
                  <a:pt x="134814" y="77598"/>
                  <a:pt x="139039" y="73445"/>
                  <a:pt x="139039" y="68323"/>
                </a:cubicBezTo>
                <a:cubicBezTo>
                  <a:pt x="139039" y="63201"/>
                  <a:pt x="134814" y="59048"/>
                  <a:pt x="129602" y="59048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Graphic 17">
            <a:extLst>
              <a:ext uri="{FF2B5EF4-FFF2-40B4-BE49-F238E27FC236}">
                <a16:creationId xmlns:a16="http://schemas.microsoft.com/office/drawing/2014/main" id="{FC71CE45-EECF-4555-AD4B-1B3D0D5D154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1908" y="1956458"/>
            <a:ext cx="91138" cy="89570"/>
          </a:xfrm>
          <a:custGeom>
            <a:avLst/>
            <a:gdLst>
              <a:gd name="connsiteX0" fmla="*/ 91138 w 91138"/>
              <a:gd name="connsiteY0" fmla="*/ 44785 h 89570"/>
              <a:gd name="connsiteX1" fmla="*/ 45569 w 91138"/>
              <a:gd name="connsiteY1" fmla="*/ 89570 h 89570"/>
              <a:gd name="connsiteX2" fmla="*/ 0 w 91138"/>
              <a:gd name="connsiteY2" fmla="*/ 44785 h 89570"/>
              <a:gd name="connsiteX3" fmla="*/ 45569 w 91138"/>
              <a:gd name="connsiteY3" fmla="*/ 0 h 89570"/>
              <a:gd name="connsiteX4" fmla="*/ 91138 w 91138"/>
              <a:gd name="connsiteY4" fmla="*/ 44785 h 89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89570">
                <a:moveTo>
                  <a:pt x="91138" y="44785"/>
                </a:moveTo>
                <a:cubicBezTo>
                  <a:pt x="91138" y="69519"/>
                  <a:pt x="70736" y="89570"/>
                  <a:pt x="45569" y="89570"/>
                </a:cubicBezTo>
                <a:cubicBezTo>
                  <a:pt x="20402" y="89570"/>
                  <a:pt x="0" y="69519"/>
                  <a:pt x="0" y="44785"/>
                </a:cubicBezTo>
                <a:cubicBezTo>
                  <a:pt x="0" y="20051"/>
                  <a:pt x="20402" y="0"/>
                  <a:pt x="45569" y="0"/>
                </a:cubicBezTo>
                <a:cubicBezTo>
                  <a:pt x="70736" y="0"/>
                  <a:pt x="91138" y="20051"/>
                  <a:pt x="91138" y="44785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Graphic 22">
            <a:extLst>
              <a:ext uri="{FF2B5EF4-FFF2-40B4-BE49-F238E27FC236}">
                <a16:creationId xmlns:a16="http://schemas.microsoft.com/office/drawing/2014/main" id="{53AA89D1-0C70-46BB-8E35-5722A4B18A7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7588" y="2177021"/>
            <a:ext cx="127714" cy="125516"/>
          </a:xfrm>
          <a:custGeom>
            <a:avLst/>
            <a:gdLst>
              <a:gd name="connsiteX0" fmla="*/ 63857 w 127714"/>
              <a:gd name="connsiteY0" fmla="*/ 18549 h 125516"/>
              <a:gd name="connsiteX1" fmla="*/ 108840 w 127714"/>
              <a:gd name="connsiteY1" fmla="*/ 62758 h 125516"/>
              <a:gd name="connsiteX2" fmla="*/ 63857 w 127714"/>
              <a:gd name="connsiteY2" fmla="*/ 106967 h 125516"/>
              <a:gd name="connsiteX3" fmla="*/ 18874 w 127714"/>
              <a:gd name="connsiteY3" fmla="*/ 62758 h 125516"/>
              <a:gd name="connsiteX4" fmla="*/ 63857 w 127714"/>
              <a:gd name="connsiteY4" fmla="*/ 18549 h 125516"/>
              <a:gd name="connsiteX5" fmla="*/ 63857 w 127714"/>
              <a:gd name="connsiteY5" fmla="*/ 0 h 125516"/>
              <a:gd name="connsiteX6" fmla="*/ 0 w 127714"/>
              <a:gd name="connsiteY6" fmla="*/ 62758 h 125516"/>
              <a:gd name="connsiteX7" fmla="*/ 63857 w 127714"/>
              <a:gd name="connsiteY7" fmla="*/ 125516 h 125516"/>
              <a:gd name="connsiteX8" fmla="*/ 127714 w 127714"/>
              <a:gd name="connsiteY8" fmla="*/ 62758 h 125516"/>
              <a:gd name="connsiteX9" fmla="*/ 63857 w 127714"/>
              <a:gd name="connsiteY9" fmla="*/ 0 h 125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5516">
                <a:moveTo>
                  <a:pt x="63857" y="18549"/>
                </a:moveTo>
                <a:cubicBezTo>
                  <a:pt x="88700" y="18549"/>
                  <a:pt x="108840" y="38342"/>
                  <a:pt x="108840" y="62758"/>
                </a:cubicBezTo>
                <a:cubicBezTo>
                  <a:pt x="108840" y="87174"/>
                  <a:pt x="88700" y="106967"/>
                  <a:pt x="63857" y="106967"/>
                </a:cubicBezTo>
                <a:cubicBezTo>
                  <a:pt x="39014" y="106967"/>
                  <a:pt x="18874" y="87174"/>
                  <a:pt x="18874" y="62758"/>
                </a:cubicBezTo>
                <a:cubicBezTo>
                  <a:pt x="18898" y="38352"/>
                  <a:pt x="39024" y="18573"/>
                  <a:pt x="63857" y="18549"/>
                </a:cubicBezTo>
                <a:moveTo>
                  <a:pt x="63857" y="0"/>
                </a:moveTo>
                <a:cubicBezTo>
                  <a:pt x="28590" y="0"/>
                  <a:pt x="0" y="28098"/>
                  <a:pt x="0" y="62758"/>
                </a:cubicBezTo>
                <a:cubicBezTo>
                  <a:pt x="0" y="97418"/>
                  <a:pt x="28590" y="125516"/>
                  <a:pt x="63857" y="125516"/>
                </a:cubicBezTo>
                <a:cubicBezTo>
                  <a:pt x="99124" y="125516"/>
                  <a:pt x="127714" y="97418"/>
                  <a:pt x="127714" y="62758"/>
                </a:cubicBezTo>
                <a:cubicBezTo>
                  <a:pt x="127714" y="28098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F3AB931-F8E9-C935-32E5-7DEFB563077C}"/>
              </a:ext>
            </a:extLst>
          </p:cNvPr>
          <p:cNvSpPr txBox="1">
            <a:spLocks/>
          </p:cNvSpPr>
          <p:nvPr/>
        </p:nvSpPr>
        <p:spPr>
          <a:xfrm>
            <a:off x="542930" y="1456006"/>
            <a:ext cx="5060119" cy="99113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cap="all" dirty="0">
                <a:solidFill>
                  <a:schemeClr val="bg1"/>
                </a:solidFill>
                <a:latin typeface="Times New Roman"/>
                <a:cs typeface="Times New Roman"/>
              </a:rPr>
              <a:t>Pros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123B9F9-94DF-347D-D4EC-CD96604F2878}"/>
              </a:ext>
            </a:extLst>
          </p:cNvPr>
          <p:cNvSpPr txBox="1">
            <a:spLocks/>
          </p:cNvSpPr>
          <p:nvPr/>
        </p:nvSpPr>
        <p:spPr>
          <a:xfrm>
            <a:off x="5597530" y="1456006"/>
            <a:ext cx="5060119" cy="99113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cap="all" dirty="0">
                <a:solidFill>
                  <a:schemeClr val="bg1"/>
                </a:solidFill>
                <a:latin typeface="Times New Roman"/>
                <a:cs typeface="Times New Roman"/>
              </a:rPr>
              <a:t>Cons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238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16AC3602-3348-4F31-9E43-076B03514EC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93CBDF-5BC0-EC02-A047-BA1EF2787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804918" cy="1325563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Times New Roman"/>
                <a:cs typeface="Times New Roman"/>
              </a:rPr>
              <a:t>PROPOSED WORK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4169334-264D-4176-8BDE-037249A61B4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Graphic 11">
            <a:extLst>
              <a:ext uri="{FF2B5EF4-FFF2-40B4-BE49-F238E27FC236}">
                <a16:creationId xmlns:a16="http://schemas.microsoft.com/office/drawing/2014/main" id="{394094B0-A6C9-44BE-9042-66EF0612F62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3882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Graphic 10">
            <a:extLst>
              <a:ext uri="{FF2B5EF4-FFF2-40B4-BE49-F238E27FC236}">
                <a16:creationId xmlns:a16="http://schemas.microsoft.com/office/drawing/2014/main" id="{64C2CA96-0B16-4AA7-B340-33044D23859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62662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Graphic 12">
            <a:extLst>
              <a:ext uri="{FF2B5EF4-FFF2-40B4-BE49-F238E27FC236}">
                <a16:creationId xmlns:a16="http://schemas.microsoft.com/office/drawing/2014/main" id="{1D50D7A8-F1D5-4306-8A9B-DD7A73EB8BC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8342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26" name="Content Placeholder 2">
            <a:extLst>
              <a:ext uri="{FF2B5EF4-FFF2-40B4-BE49-F238E27FC236}">
                <a16:creationId xmlns:a16="http://schemas.microsoft.com/office/drawing/2014/main" id="{B16EE3B4-3183-17DA-0E32-BC1CE64641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999308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98869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1B787A8-0D67-4B7E-9B48-86BD906AB6B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D472C551-D440-40DF-9260-BDB9AC40960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E7ECA2-2EDB-3094-AA94-EE7F1C50F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173" y="827535"/>
            <a:ext cx="10639162" cy="692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b="1" i="0" kern="1200" cap="all" baseline="0" dirty="0">
                <a:solidFill>
                  <a:schemeClr val="bg1"/>
                </a:solidFill>
                <a:latin typeface="Times New Roman"/>
                <a:cs typeface="Times New Roman"/>
              </a:rPr>
              <a:t>EXPERIMENTAL RESULTS AND ANALYSIS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8453437" cy="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340" y="1225788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34855" y="1685867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87962" y="2175690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chemeClr val="bg1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943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1B787A8-0D67-4B7E-9B48-86BD906AB6B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07C1E5-515B-E201-E62C-E93A5D600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822" y="583345"/>
            <a:ext cx="7160357" cy="7830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4800" b="1" i="0" kern="1200" cap="all" baseline="0" dirty="0">
                <a:solidFill>
                  <a:schemeClr val="bg1"/>
                </a:solidFill>
                <a:latin typeface="Times New Roman"/>
                <a:cs typeface="Times New Roman"/>
              </a:rPr>
              <a:t>CONCLUSION</a:t>
            </a:r>
          </a:p>
        </p:txBody>
      </p:sp>
      <p:sp>
        <p:nvSpPr>
          <p:cNvPr id="11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chemeClr val="bg1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429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1B787A8-0D67-4B7E-9B48-86BD906AB6B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8F9CBE3F-79A8-4F8F-88D9-DAD03D0D281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D410C3-B37B-24AD-BEA3-88CB66B7B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234" y="320220"/>
            <a:ext cx="9186040" cy="8005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b="1" i="0" kern="1200" cap="all" baseline="0" dirty="0">
                <a:solidFill>
                  <a:schemeClr val="bg1"/>
                </a:solidFill>
                <a:latin typeface="Times New Roman"/>
                <a:cs typeface="Times New Roman"/>
              </a:rPr>
              <a:t>REFERENCES</a:t>
            </a:r>
          </a:p>
        </p:txBody>
      </p:sp>
      <p:sp>
        <p:nvSpPr>
          <p:cNvPr id="24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1869" y="2383077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24364" y="2265467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24834" y="253720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053" y="2832967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chemeClr val="bg1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72266" y="28039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3405" y="324249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831729"/>
            <a:ext cx="12188952" cy="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9079633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DividendVT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VTI" id="{605F9078-86F9-4258-A3E1-F8EFF02AE8CC}" vid="{4848699B-BB01-41E3-9EC4-3D97DFE5292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99</TotalTime>
  <Words>49</Words>
  <Application>Microsoft Office PowerPoint</Application>
  <PresentationFormat>Widescreen</PresentationFormat>
  <Paragraphs>22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Angsana New</vt:lpstr>
      <vt:lpstr>Arial</vt:lpstr>
      <vt:lpstr>Open sans</vt:lpstr>
      <vt:lpstr>Times New Roman</vt:lpstr>
      <vt:lpstr>Univers</vt:lpstr>
      <vt:lpstr>GradientVTI</vt:lpstr>
      <vt:lpstr>DEPARTMENT OF INFORMATION TECHNOLOGY UNIVERSITY COLLEGE OF ENGINEERING, SCIENCE &amp; TECHNOLOGY HYDERABAD Kukatpally, Hyderabad - 500 085</vt:lpstr>
      <vt:lpstr>abstract</vt:lpstr>
      <vt:lpstr>INTRODUCTION</vt:lpstr>
      <vt:lpstr>LITERATURE SURVEY</vt:lpstr>
      <vt:lpstr>EXISTING WORK</vt:lpstr>
      <vt:lpstr>PROPOSED WORK</vt:lpstr>
      <vt:lpstr>EXPERIMENTAL RESULTS AND ANALYSIS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INFORMATION TECHNOLOGY UNIVERSITY COLLEGE OF ENGINEERING, SCIENCE &amp; TECHNOLOGY HYDERABAD Kukatpally, Hyderabad - 500 085</dc:title>
  <dc:creator/>
  <cp:lastModifiedBy>Raviteja Thipparthi</cp:lastModifiedBy>
  <cp:revision>97</cp:revision>
  <dcterms:created xsi:type="dcterms:W3CDTF">2025-03-24T04:50:40Z</dcterms:created>
  <dcterms:modified xsi:type="dcterms:W3CDTF">2025-04-07T07:10:37Z</dcterms:modified>
</cp:coreProperties>
</file>