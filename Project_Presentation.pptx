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1" d="100"/>
          <a:sy n="61" d="100"/>
        </p:scale>
        <p:origin x="788" y="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7/26/2025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7/26/2025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7/26/2025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latin typeface="Times New Roman"/>
              </a:rPr>
              <a:t>Project Title</a:t>
            </a:r>
          </a:p>
        </p:txBody>
      </p:sp>
      <p:sp>
        <p:nvSpPr>
          <p:cNvPr id="3" name="Content Placeholder 2"/>
          <p:cNvSpPr>
            <a:spLocks noGrp="1"/>
          </p:cNvSpPr>
          <p:nvPr>
            <p:ph idx="1"/>
          </p:nvPr>
        </p:nvSpPr>
        <p:spPr/>
        <p:txBody>
          <a:bodyPr/>
          <a:lstStyle/>
          <a:p>
            <a:r>
              <a:rPr sz="2800">
                <a:latin typeface="Times New Roman"/>
              </a:rPr>
              <a:t>GrandCruise: Modern Full-Stack Car Booking Platform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latin typeface="Times New Roman"/>
              </a:rPr>
              <a:t>Abstract</a:t>
            </a:r>
          </a:p>
        </p:txBody>
      </p:sp>
      <p:sp>
        <p:nvSpPr>
          <p:cNvPr id="3" name="Content Placeholder 2"/>
          <p:cNvSpPr>
            <a:spLocks noGrp="1"/>
          </p:cNvSpPr>
          <p:nvPr>
            <p:ph idx="1"/>
          </p:nvPr>
        </p:nvSpPr>
        <p:spPr/>
        <p:txBody>
          <a:bodyPr/>
          <a:lstStyle/>
          <a:p>
            <a:r>
              <a:rPr sz="2800">
                <a:latin typeface="Times New Roman"/>
              </a:rPr>
              <a:t>- GrandCruise is a modern full-stack car booking platform using Django and React.</a:t>
            </a:r>
          </a:p>
          <a:p>
            <a:r>
              <a:rPr sz="2800">
                <a:latin typeface="Times New Roman"/>
              </a:rPr>
              <a:t>- Delivers a seamless and efficient experience for customers and administrators.</a:t>
            </a:r>
          </a:p>
          <a:p>
            <a:r>
              <a:rPr sz="2800">
                <a:latin typeface="Times New Roman"/>
              </a:rPr>
              <a:t>- Backend APIs built with Django REST Framework.</a:t>
            </a:r>
          </a:p>
          <a:p>
            <a:r>
              <a:rPr sz="2800">
                <a:latin typeface="Times New Roman"/>
              </a:rPr>
              <a:t>- Responsive frontend developed with React and TypeScript, styled using Tailwind CSS.</a:t>
            </a:r>
          </a:p>
          <a:p>
            <a:r>
              <a:rPr sz="2800">
                <a:latin typeface="Times New Roman"/>
              </a:rPr>
              <a:t>- Supports JWT authentication for secure access.</a:t>
            </a:r>
          </a:p>
          <a:p>
            <a:r>
              <a:rPr sz="2800">
                <a:latin typeface="Times New Roman"/>
              </a:rPr>
              <a:t>- Real-time vehicle availability and automated booking management.</a:t>
            </a:r>
          </a:p>
          <a:p>
            <a:r>
              <a:rPr sz="2800">
                <a:latin typeface="Times New Roman"/>
              </a:rPr>
              <a:t>- Comprehensive admin tools for fleet management.</a:t>
            </a:r>
          </a:p>
          <a:p>
            <a:r>
              <a:rPr sz="2800">
                <a:latin typeface="Times New Roman"/>
              </a:rPr>
              <a:t>- Modular architecture ensures scalability and maintainability.</a:t>
            </a:r>
          </a:p>
          <a:p>
            <a:r>
              <a:rPr sz="2800">
                <a:latin typeface="Times New Roman"/>
              </a:rPr>
              <a:t>- Adheres to full-stack development best practices.</a:t>
            </a:r>
          </a:p>
          <a:p>
            <a:r>
              <a:rPr sz="2800">
                <a:latin typeface="Times New Roman"/>
              </a:rPr>
              <a:t>- Sets a new benchmark in digital mobility solutions.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latin typeface="Times New Roman"/>
              </a:rPr>
              <a:t>Introduction</a:t>
            </a:r>
          </a:p>
        </p:txBody>
      </p:sp>
      <p:sp>
        <p:nvSpPr>
          <p:cNvPr id="3" name="Content Placeholder 2"/>
          <p:cNvSpPr>
            <a:spLocks noGrp="1"/>
          </p:cNvSpPr>
          <p:nvPr>
            <p:ph idx="1"/>
          </p:nvPr>
        </p:nvSpPr>
        <p:spPr/>
        <p:txBody>
          <a:bodyPr/>
          <a:lstStyle/>
          <a:p>
            <a:r>
              <a:rPr sz="2800">
                <a:latin typeface="Times New Roman"/>
              </a:rPr>
              <a:t>- The car rental industry is evolving with digital solutions.</a:t>
            </a:r>
          </a:p>
          <a:p>
            <a:r>
              <a:rPr sz="2800">
                <a:latin typeface="Times New Roman"/>
              </a:rPr>
              <a:t>- GrandCruise addresses the need for a seamless, scalable, and user-friendly car booking platform.</a:t>
            </a:r>
          </a:p>
          <a:p>
            <a:r>
              <a:rPr sz="2800">
                <a:latin typeface="Times New Roman"/>
              </a:rPr>
              <a:t>- Combines Django (backend) and React (frontend) for a robust, modern web application.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latin typeface="Times New Roman"/>
              </a:rPr>
              <a:t>Literature Survey</a:t>
            </a:r>
          </a:p>
        </p:txBody>
      </p:sp>
      <p:sp>
        <p:nvSpPr>
          <p:cNvPr id="3" name="Content Placeholder 2"/>
          <p:cNvSpPr>
            <a:spLocks noGrp="1"/>
          </p:cNvSpPr>
          <p:nvPr>
            <p:ph idx="1"/>
          </p:nvPr>
        </p:nvSpPr>
        <p:spPr/>
        <p:txBody>
          <a:bodyPr/>
          <a:lstStyle/>
          <a:p>
            <a:r>
              <a:rPr sz="2800">
                <a:latin typeface="Times New Roman"/>
              </a:rPr>
              <a:t>[1] Waspodo et al. (2011): Car rental management information systems.</a:t>
            </a:r>
          </a:p>
          <a:p>
            <a:r>
              <a:rPr sz="2800">
                <a:latin typeface="Times New Roman"/>
              </a:rPr>
              <a:t>[2] Osman et al. (2017): Online car rental systems using web and SMS.</a:t>
            </a:r>
          </a:p>
          <a:p>
            <a:r>
              <a:rPr sz="2800">
                <a:latin typeface="Times New Roman"/>
              </a:rPr>
              <a:t>[3] Fink &amp; Reiners (2006): Short-term car rental logistics.</a:t>
            </a:r>
          </a:p>
          <a:p>
            <a:r>
              <a:rPr sz="2800">
                <a:latin typeface="Times New Roman"/>
              </a:rPr>
              <a:t>[4] Khaled et al. (2015): Software requirements for online car rental.</a:t>
            </a:r>
          </a:p>
          <a:p>
            <a:r>
              <a:rPr sz="2800">
                <a:latin typeface="Times New Roman"/>
              </a:rPr>
              <a:t>[5] Carroll &amp; Grimes (1995): Product management in car rental industry.</a:t>
            </a:r>
          </a:p>
          <a:p>
            <a:r>
              <a:rPr sz="2800">
                <a:latin typeface="Times New Roman"/>
              </a:rPr>
              <a:t>[6] Beck et al. (2001): Agile software development.</a:t>
            </a:r>
          </a:p>
          <a:p>
            <a:r>
              <a:rPr sz="2800">
                <a:latin typeface="Times New Roman"/>
              </a:rPr>
              <a:t>[7] Abrahamsson et al. (2017): Agile methods review.</a:t>
            </a:r>
          </a:p>
          <a:p>
            <a:r>
              <a:rPr sz="2800">
                <a:latin typeface="Times New Roman"/>
              </a:rPr>
              <a:t>[8] Soares &amp; Moura (2015): Writing software requirements specifications.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latin typeface="Times New Roman"/>
              </a:rPr>
              <a:t>Existing System pros and cons</a:t>
            </a:r>
          </a:p>
        </p:txBody>
      </p:sp>
      <p:sp>
        <p:nvSpPr>
          <p:cNvPr id="3" name="Content Placeholder 2"/>
          <p:cNvSpPr>
            <a:spLocks noGrp="1"/>
          </p:cNvSpPr>
          <p:nvPr>
            <p:ph idx="1"/>
          </p:nvPr>
        </p:nvSpPr>
        <p:spPr/>
        <p:txBody>
          <a:bodyPr/>
          <a:lstStyle/>
          <a:p>
            <a:r>
              <a:rPr sz="2800">
                <a:latin typeface="Times New Roman"/>
              </a:rPr>
              <a:t>Pros:</a:t>
            </a:r>
          </a:p>
          <a:p>
            <a:r>
              <a:rPr sz="2800">
                <a:latin typeface="Times New Roman"/>
              </a:rPr>
              <a:t>- Established platforms for car rental exist.</a:t>
            </a:r>
          </a:p>
          <a:p>
            <a:r>
              <a:rPr sz="2800">
                <a:latin typeface="Times New Roman"/>
              </a:rPr>
              <a:t>- Some offer online booking and fleet management.</a:t>
            </a:r>
          </a:p>
          <a:p>
            <a:endParaRPr sz="2800">
              <a:latin typeface="Times New Roman"/>
            </a:endParaRPr>
          </a:p>
          <a:p>
            <a:r>
              <a:rPr sz="2800">
                <a:latin typeface="Times New Roman"/>
              </a:rPr>
              <a:t>Cons:</a:t>
            </a:r>
          </a:p>
          <a:p>
            <a:r>
              <a:rPr sz="2800">
                <a:latin typeface="Times New Roman"/>
              </a:rPr>
              <a:t>- Many lack real-time availability updates.</a:t>
            </a:r>
          </a:p>
          <a:p>
            <a:r>
              <a:rPr sz="2800">
                <a:latin typeface="Times New Roman"/>
              </a:rPr>
              <a:t>- Limited automation in booking and admin processes.</a:t>
            </a:r>
          </a:p>
          <a:p>
            <a:r>
              <a:rPr sz="2800">
                <a:latin typeface="Times New Roman"/>
              </a:rPr>
              <a:t>- Often not mobile-friendly or scalable.</a:t>
            </a:r>
          </a:p>
          <a:p>
            <a:r>
              <a:rPr sz="2800">
                <a:latin typeface="Times New Roman"/>
              </a:rPr>
              <a:t>- Poor integration with modern payment and notification systems.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latin typeface="Times New Roman"/>
              </a:rPr>
              <a:t>6.1 Proposed Modules/Algorithms</a:t>
            </a:r>
          </a:p>
        </p:txBody>
      </p:sp>
      <p:sp>
        <p:nvSpPr>
          <p:cNvPr id="3" name="Content Placeholder 2"/>
          <p:cNvSpPr>
            <a:spLocks noGrp="1"/>
          </p:cNvSpPr>
          <p:nvPr>
            <p:ph idx="1"/>
          </p:nvPr>
        </p:nvSpPr>
        <p:spPr/>
        <p:txBody>
          <a:bodyPr/>
          <a:lstStyle/>
          <a:p>
            <a:r>
              <a:rPr sz="2800">
                <a:latin typeface="Times New Roman"/>
              </a:rPr>
              <a:t>- User Management (registration, authentication, profiles)</a:t>
            </a:r>
          </a:p>
          <a:p>
            <a:r>
              <a:rPr sz="2800">
                <a:latin typeface="Times New Roman"/>
              </a:rPr>
              <a:t>- Car Inventory Management (CRUD, categories, features)</a:t>
            </a:r>
          </a:p>
          <a:p>
            <a:r>
              <a:rPr sz="2800">
                <a:latin typeface="Times New Roman"/>
              </a:rPr>
              <a:t>- Booking Management (create, update, cancel, confirm)</a:t>
            </a:r>
          </a:p>
          <a:p>
            <a:r>
              <a:rPr sz="2800">
                <a:latin typeface="Times New Roman"/>
              </a:rPr>
              <a:t>- Admin Panel (fleet, bookings, users, settings)</a:t>
            </a:r>
          </a:p>
          <a:p>
            <a:r>
              <a:rPr sz="2800">
                <a:latin typeface="Times New Roman"/>
              </a:rPr>
              <a:t>- Real-time availability and status updates</a:t>
            </a:r>
          </a:p>
          <a:p>
            <a:r>
              <a:rPr sz="2800">
                <a:latin typeface="Times New Roman"/>
              </a:rPr>
              <a:t>- Filtering, search, and ordering for cars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latin typeface="Times New Roman"/>
              </a:rPr>
              <a:t>6.2 Dataset Description</a:t>
            </a:r>
          </a:p>
        </p:txBody>
      </p:sp>
      <p:sp>
        <p:nvSpPr>
          <p:cNvPr id="3" name="Content Placeholder 2"/>
          <p:cNvSpPr>
            <a:spLocks noGrp="1"/>
          </p:cNvSpPr>
          <p:nvPr>
            <p:ph idx="1"/>
          </p:nvPr>
        </p:nvSpPr>
        <p:spPr/>
        <p:txBody>
          <a:bodyPr/>
          <a:lstStyle/>
          <a:p>
            <a:r>
              <a:rPr sz="2800">
                <a:latin typeface="Times New Roman"/>
              </a:rPr>
              <a:t>- User registrations and profiles</a:t>
            </a:r>
          </a:p>
          <a:p>
            <a:r>
              <a:rPr sz="2800">
                <a:latin typeface="Times New Roman"/>
              </a:rPr>
              <a:t>- Vehicle inventory and attributes</a:t>
            </a:r>
          </a:p>
          <a:p>
            <a:r>
              <a:rPr sz="2800">
                <a:latin typeface="Times New Roman"/>
              </a:rPr>
              <a:t>- Booking records and history</a:t>
            </a:r>
          </a:p>
          <a:p>
            <a:r>
              <a:rPr sz="2800">
                <a:latin typeface="Times New Roman"/>
              </a:rPr>
              <a:t>- System-wide configuration values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latin typeface="Times New Roman"/>
              </a:rPr>
              <a:t>6.3 Proposed Work Architecture</a:t>
            </a:r>
          </a:p>
        </p:txBody>
      </p:sp>
      <p:sp>
        <p:nvSpPr>
          <p:cNvPr id="3" name="Content Placeholder 2"/>
          <p:cNvSpPr>
            <a:spLocks noGrp="1"/>
          </p:cNvSpPr>
          <p:nvPr>
            <p:ph idx="1"/>
          </p:nvPr>
        </p:nvSpPr>
        <p:spPr/>
        <p:txBody>
          <a:bodyPr/>
          <a:lstStyle/>
          <a:p>
            <a:r>
              <a:rPr sz="2800">
                <a:latin typeface="Times New Roman"/>
              </a:rPr>
              <a:t>- Backend: Django, Django REST Framework, JWT Auth</a:t>
            </a:r>
          </a:p>
          <a:p>
            <a:r>
              <a:rPr sz="2800">
                <a:latin typeface="Times New Roman"/>
              </a:rPr>
              <a:t>- Frontend: React, TypeScript, Tailwind CSS</a:t>
            </a:r>
          </a:p>
          <a:p>
            <a:r>
              <a:rPr sz="2800">
                <a:latin typeface="Times New Roman"/>
              </a:rPr>
              <a:t>- Database: SQLite (default), Django ORM</a:t>
            </a:r>
          </a:p>
          <a:p>
            <a:r>
              <a:rPr sz="2800">
                <a:latin typeface="Times New Roman"/>
              </a:rPr>
              <a:t>- APIs: RESTful, with filtering, search, and ordering</a:t>
            </a:r>
          </a:p>
          <a:p>
            <a:r>
              <a:rPr sz="2800">
                <a:latin typeface="Times New Roman"/>
              </a:rPr>
              <a:t>- Deployment: Modular, scalable, maintainable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latin typeface="Times New Roman"/>
              </a:rPr>
              <a:t>Project Screenshots</a:t>
            </a:r>
          </a:p>
        </p:txBody>
      </p:sp>
      <p:sp>
        <p:nvSpPr>
          <p:cNvPr id="3" name="Content Placeholder 2"/>
          <p:cNvSpPr>
            <a:spLocks noGrp="1"/>
          </p:cNvSpPr>
          <p:nvPr>
            <p:ph idx="1"/>
          </p:nvPr>
        </p:nvSpPr>
        <p:spPr/>
        <p:txBody>
          <a:bodyPr/>
          <a:lstStyle/>
          <a:p>
            <a:r>
              <a:rPr sz="2800">
                <a:latin typeface="Times New Roman"/>
              </a:rPr>
              <a:t>- Home Page and Car Details</a:t>
            </a:r>
          </a:p>
          <a:p>
            <a:r>
              <a:rPr sz="2800">
                <a:latin typeface="Times New Roman"/>
              </a:rPr>
              <a:t>- User Registration and Login</a:t>
            </a:r>
          </a:p>
          <a:p>
            <a:r>
              <a:rPr sz="2800">
                <a:latin typeface="Times New Roman"/>
              </a:rPr>
              <a:t>- Cars Listing and Car Details</a:t>
            </a:r>
          </a:p>
          <a:p>
            <a:r>
              <a:rPr sz="2800">
                <a:latin typeface="Times New Roman"/>
              </a:rPr>
              <a:t>- Car Booking and User Bookings</a:t>
            </a:r>
          </a:p>
          <a:p>
            <a:r>
              <a:rPr sz="2800">
                <a:latin typeface="Times New Roman"/>
              </a:rPr>
              <a:t>- Admin Bookings Overview and Car Management</a:t>
            </a:r>
          </a:p>
          <a:p>
            <a:r>
              <a:rPr sz="2800">
                <a:latin typeface="Times New Roman"/>
              </a:rPr>
              <a:t>- System Settings Page</a:t>
            </a:r>
          </a:p>
          <a:p>
            <a:r>
              <a:rPr sz="2800">
                <a:latin typeface="Times New Roman"/>
              </a:rPr>
              <a:t>- API Root Endpoints</a:t>
            </a:r>
          </a:p>
          <a:p>
            <a:r>
              <a:rPr sz="2800">
                <a:latin typeface="Times New Roman"/>
              </a:rPr>
              <a:t>(Add screenshots here in your PPT manually)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latin typeface="Times New Roman"/>
              </a:rPr>
              <a:t>Conclusion</a:t>
            </a:r>
          </a:p>
        </p:txBody>
      </p:sp>
      <p:sp>
        <p:nvSpPr>
          <p:cNvPr id="3" name="Content Placeholder 2"/>
          <p:cNvSpPr>
            <a:spLocks noGrp="1"/>
          </p:cNvSpPr>
          <p:nvPr>
            <p:ph idx="1"/>
          </p:nvPr>
        </p:nvSpPr>
        <p:spPr/>
        <p:txBody>
          <a:bodyPr/>
          <a:lstStyle/>
          <a:p>
            <a:r>
              <a:rPr sz="2800">
                <a:latin typeface="Times New Roman"/>
              </a:rPr>
              <a:t>GrandCruise demonstrates the implementation of a modern, full-stack car booking platform using Django and React. The platform provides a seamless user experience for both customers and administrators, with comprehensive backend APIs, responsive frontend interfaces, and advanced booking management capabilities. Its modular architecture ensures scalability and maintainability, setting new standards for user experience, system reliability, and business process automation in the premium mobility sector.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latin typeface="Times New Roman"/>
              </a:rPr>
              <a:t>Future Scope</a:t>
            </a:r>
          </a:p>
        </p:txBody>
      </p:sp>
      <p:sp>
        <p:nvSpPr>
          <p:cNvPr id="3" name="Content Placeholder 2"/>
          <p:cNvSpPr>
            <a:spLocks noGrp="1"/>
          </p:cNvSpPr>
          <p:nvPr>
            <p:ph idx="1"/>
          </p:nvPr>
        </p:nvSpPr>
        <p:spPr/>
        <p:txBody>
          <a:bodyPr/>
          <a:lstStyle/>
          <a:p>
            <a:r>
              <a:rPr sz="2800">
                <a:latin typeface="Times New Roman"/>
              </a:rPr>
              <a:t>- Mobile app development (React Native/Flutter)</a:t>
            </a:r>
          </a:p>
          <a:p>
            <a:r>
              <a:rPr sz="2800">
                <a:latin typeface="Times New Roman"/>
              </a:rPr>
              <a:t>- In-app wallet or UPI-based payments</a:t>
            </a:r>
          </a:p>
          <a:p>
            <a:r>
              <a:rPr sz="2800">
                <a:latin typeface="Times New Roman"/>
              </a:rPr>
              <a:t>- Real-time notifications (WebSockets, push)</a:t>
            </a:r>
          </a:p>
          <a:p>
            <a:r>
              <a:rPr sz="2800">
                <a:latin typeface="Times New Roman"/>
              </a:rPr>
              <a:t>- Advanced analytics and AI-driven recommendations</a:t>
            </a:r>
          </a:p>
          <a:p>
            <a:r>
              <a:rPr sz="2800">
                <a:latin typeface="Times New Roman"/>
              </a:rPr>
              <a:t>- Integration with GPS, insurance, and maintenance services</a:t>
            </a:r>
          </a:p>
          <a:p>
            <a:r>
              <a:rPr sz="2800">
                <a:latin typeface="Times New Roman"/>
              </a:rPr>
              <a:t>- Blockchain contracts, IoT diagnostics, VR showrooms, ride-sharing integration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000">
                <a:latin typeface="Times New Roman"/>
              </a:rPr>
              <a:t>References</a:t>
            </a:r>
          </a:p>
        </p:txBody>
      </p:sp>
      <p:sp>
        <p:nvSpPr>
          <p:cNvPr id="3" name="Content Placeholder 2"/>
          <p:cNvSpPr>
            <a:spLocks noGrp="1"/>
          </p:cNvSpPr>
          <p:nvPr>
            <p:ph idx="1"/>
          </p:nvPr>
        </p:nvSpPr>
        <p:spPr/>
        <p:txBody>
          <a:bodyPr/>
          <a:lstStyle/>
          <a:p>
            <a:r>
              <a:rPr sz="2800">
                <a:latin typeface="Times New Roman"/>
              </a:rPr>
              <a:t>[1] Waspodo, Bayu, Qurrotul Aini, and Syamsuri Nur. "Development of car rental management information system." In Proceeding International Conference on Information Systems For Business Competitiveness (ICISBC), pp. 101-105. 2011.</a:t>
            </a:r>
          </a:p>
          <a:p>
            <a:r>
              <a:rPr sz="2800">
                <a:latin typeface="Times New Roman"/>
              </a:rPr>
              <a:t>[2] Osman, Mohd Nizam, Nurzaid Md Zain, Zulfikri Paidi, Khairul Anwar Sedek, Mohamad NajmuddinYusoff, and Mushahadah Maghribi. "Online Car Rental System Using Web-Based and SMS Technology." Computing Research &amp; Innovation (CRINN) 2 (2017): 277.</a:t>
            </a:r>
          </a:p>
          <a:p>
            <a:r>
              <a:rPr sz="2800">
                <a:latin typeface="Times New Roman"/>
              </a:rPr>
              <a:t>[3] Fink, Andreas, and Torsten Reiners. "Modeling and solving the short-term car rental logistics problem." Transportation Research Part E: Logistics and Transportation Review 42, no. 4 (2006): 272-292.</a:t>
            </a:r>
          </a:p>
          <a:p>
            <a:r>
              <a:rPr sz="2800">
                <a:latin typeface="Times New Roman"/>
              </a:rPr>
              <a:t>[4] Khaled, Mr Shah Mostafa, Shamsil Arefin, Datta Sree Rajib Kumar, and Ariful Hossain Tuhin. "Software Requirements Specification for Online Car Rental System." (2015).</a:t>
            </a:r>
          </a:p>
          <a:p>
            <a:r>
              <a:rPr sz="2800">
                <a:latin typeface="Times New Roman"/>
              </a:rPr>
              <a:t>[5] Carroll, William J., and Richard C. Grimes. "Evolutionary change in product management: Experiences in the car rental industry." Interfaces 25, no. 5 (1995): 84-104.</a:t>
            </a:r>
          </a:p>
          <a:p>
            <a:r>
              <a:rPr sz="2800">
                <a:latin typeface="Times New Roman"/>
              </a:rPr>
              <a:t>[6] Beck, Kent, Mike Beedle, Arie Van Bennekum, Alistair Cockburn, Ward Cunningham, Martin Fowler, James Grenning et al. "Manifesto for agile software development." (2001): 2006.</a:t>
            </a:r>
          </a:p>
          <a:p>
            <a:r>
              <a:rPr sz="2800">
                <a:latin typeface="Times New Roman"/>
              </a:rPr>
              <a:t>[7] Abrahamsson, Pekka, Outi Salo, Jussi Ronkainen, and Juhani Warsta. "Agile software development methods: Review and analysis." arXiv preprint arXiv:1709.08439 (2017).</a:t>
            </a:r>
          </a:p>
          <a:p>
            <a:r>
              <a:rPr sz="2800">
                <a:latin typeface="Times New Roman"/>
              </a:rPr>
              <a:t>[8] Soares, Hécio A., and Raimundo S. Moura. "A methodology to guide writing Software Requirements Specification document." In 2015 Latin American Computing Conference (CLEI), pp. 1-11. IEEE, 2015.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979</Words>
  <Application>Microsoft Office PowerPoint</Application>
  <PresentationFormat>Custom</PresentationFormat>
  <Paragraphs>81</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Project Title</vt:lpstr>
      <vt:lpstr>Abstract</vt:lpstr>
      <vt:lpstr>Introduction</vt:lpstr>
      <vt:lpstr>Literature Survey</vt:lpstr>
      <vt:lpstr>Existing System pros and cons</vt:lpstr>
      <vt:lpstr>6.1 Proposed Modules/Algorithms</vt:lpstr>
      <vt:lpstr>6.2 Dataset Description</vt:lpstr>
      <vt:lpstr>6.3 Proposed Work Architecture</vt:lpstr>
      <vt:lpstr>Project Screenshots</vt:lpstr>
      <vt:lpstr>Conclusion</vt:lpstr>
      <vt:lpstr>Future Scope</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subject/>
  <dc:creator/>
  <cp:keywords/>
  <dc:description>generated using python-pptx</dc:description>
  <cp:lastModifiedBy>Raviteja Thipparthi</cp:lastModifiedBy>
  <cp:revision>1</cp:revision>
  <dcterms:created xsi:type="dcterms:W3CDTF">2013-01-27T09:14:16Z</dcterms:created>
  <dcterms:modified xsi:type="dcterms:W3CDTF">2025-07-26T16:12:19Z</dcterms:modified>
  <cp:category/>
</cp:coreProperties>
</file>